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1762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158" y="2448994"/>
            <a:ext cx="8229600" cy="1143000"/>
          </a:xfrm>
        </p:spPr>
        <p:txBody>
          <a:bodyPr>
            <a:normAutofit fontScale="90000"/>
          </a:bodyPr>
          <a:lstStyle/>
          <a:p>
            <a:pPr>
              <a:defRPr sz="3600">
                <a:latin typeface="Times New Roman"/>
              </a:defRPr>
            </a:pPr>
            <a:r>
              <a:rPr sz="4000" b="1" dirty="0"/>
              <a:t>Intelligent</a:t>
            </a:r>
            <a:r>
              <a:rPr sz="3600" b="1" dirty="0"/>
              <a:t> </a:t>
            </a:r>
            <a:r>
              <a:rPr sz="4000" b="1" dirty="0"/>
              <a:t>Library</a:t>
            </a:r>
            <a:r>
              <a:rPr sz="3600" b="1" dirty="0"/>
              <a:t> </a:t>
            </a:r>
            <a:r>
              <a:rPr sz="4000" b="1" dirty="0"/>
              <a:t>Book</a:t>
            </a:r>
            <a:r>
              <a:rPr sz="3600" b="1" dirty="0"/>
              <a:t> </a:t>
            </a:r>
            <a:r>
              <a:rPr sz="4000" b="1" dirty="0"/>
              <a:t>Tracking</a:t>
            </a:r>
            <a:r>
              <a:rPr sz="3600" b="1" dirty="0"/>
              <a:t> </a:t>
            </a:r>
            <a:r>
              <a:rPr sz="4000" b="1" dirty="0"/>
              <a:t>System</a:t>
            </a:r>
            <a:endParaRPr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2902" y="4853764"/>
            <a:ext cx="8229600" cy="1828800"/>
          </a:xfrm>
        </p:spPr>
        <p:txBody>
          <a:bodyPr/>
          <a:lstStyle/>
          <a:p>
            <a:endParaRPr dirty="0"/>
          </a:p>
          <a:p>
            <a:pPr>
              <a:defRPr sz="2400">
                <a:latin typeface="Times New Roman"/>
              </a:defRPr>
            </a:pPr>
            <a:r>
              <a:rPr dirty="0"/>
              <a:t>Presented by: </a:t>
            </a:r>
            <a:r>
              <a:rPr dirty="0" err="1"/>
              <a:t>Kommoju</a:t>
            </a:r>
            <a:r>
              <a:rPr dirty="0"/>
              <a:t> Srija</a:t>
            </a:r>
          </a:p>
          <a:p>
            <a:pPr marL="0" indent="0">
              <a:buNone/>
              <a:defRPr sz="2400">
                <a:latin typeface="Times New Roman"/>
              </a:defRPr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1117" y="976387"/>
            <a:ext cx="8229600" cy="1143000"/>
          </a:xfrm>
        </p:spPr>
        <p:txBody>
          <a:bodyPr/>
          <a:lstStyle/>
          <a:p>
            <a:pPr>
              <a:defRPr sz="3600">
                <a:latin typeface="Times New Roman"/>
              </a:defRPr>
            </a:pPr>
            <a:r>
              <a:rPr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7684" y="2589028"/>
            <a:ext cx="8229600" cy="4525963"/>
          </a:xfrm>
        </p:spPr>
        <p:txBody>
          <a:bodyPr/>
          <a:lstStyle/>
          <a:p>
            <a:endParaRPr dirty="0"/>
          </a:p>
          <a:p>
            <a:pPr>
              <a:defRPr sz="2400">
                <a:latin typeface="Times New Roman"/>
              </a:defRPr>
            </a:pPr>
            <a:r>
              <a:rPr dirty="0"/>
              <a:t>A smart system to manage, issue, and track library books efficiently using automation.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46138"/>
            <a:ext cx="8229600" cy="1143000"/>
          </a:xfrm>
        </p:spPr>
        <p:txBody>
          <a:bodyPr/>
          <a:lstStyle/>
          <a:p>
            <a:pPr>
              <a:defRPr sz="3600">
                <a:latin typeface="Times New Roman"/>
              </a:defRPr>
            </a:pPr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557130"/>
            <a:ext cx="8229600" cy="4525963"/>
          </a:xfrm>
        </p:spPr>
        <p:txBody>
          <a:bodyPr/>
          <a:lstStyle/>
          <a:p>
            <a:endParaRPr dirty="0"/>
          </a:p>
          <a:p>
            <a:pPr>
              <a:defRPr sz="2400">
                <a:latin typeface="Times New Roman"/>
              </a:defRPr>
            </a:pPr>
            <a:r>
              <a:rPr dirty="0"/>
              <a:t>Traditional library management is slow, manual, and error‑prone.</a:t>
            </a:r>
          </a:p>
          <a:p>
            <a:pPr>
              <a:defRPr sz="2400">
                <a:latin typeface="Times New Roman"/>
              </a:defRPr>
            </a:pPr>
            <a:r>
              <a:rPr dirty="0"/>
              <a:t>Tracking books is difficult without a digital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latin typeface="Times New Roman"/>
              </a:defRPr>
            </a:pPr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400">
                <a:latin typeface="Times New Roman"/>
              </a:defRPr>
            </a:pPr>
            <a:r>
              <a:rPr dirty="0"/>
              <a:t>- Automate book tracking</a:t>
            </a:r>
          </a:p>
          <a:p>
            <a:pPr>
              <a:defRPr sz="2400">
                <a:latin typeface="Times New Roman"/>
              </a:defRPr>
            </a:pPr>
            <a:r>
              <a:rPr dirty="0"/>
              <a:t>- Reduce manual effort</a:t>
            </a:r>
          </a:p>
          <a:p>
            <a:pPr>
              <a:defRPr sz="2400">
                <a:latin typeface="Times New Roman"/>
              </a:defRPr>
            </a:pPr>
            <a:r>
              <a:rPr dirty="0"/>
              <a:t>- Provide accurate &amp; real‑time book status</a:t>
            </a:r>
          </a:p>
          <a:p>
            <a:pPr>
              <a:defRPr sz="2400">
                <a:latin typeface="Times New Roman"/>
              </a:defRPr>
            </a:pPr>
            <a:r>
              <a:rPr dirty="0"/>
              <a:t>- Improve student &amp; admin experience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latin typeface="Times New Roman"/>
              </a:defRPr>
            </a:pPr>
            <a:r>
              <a:t>System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400">
                <a:latin typeface="Times New Roman"/>
              </a:defRPr>
            </a:pPr>
            <a:r>
              <a:t>- Admin login &amp; book management</a:t>
            </a:r>
          </a:p>
          <a:p>
            <a:pPr>
              <a:defRPr sz="2400">
                <a:latin typeface="Times New Roman"/>
              </a:defRPr>
            </a:pPr>
            <a:r>
              <a:t>- Issue/Return system</a:t>
            </a:r>
          </a:p>
          <a:p>
            <a:pPr>
              <a:defRPr sz="2400">
                <a:latin typeface="Times New Roman"/>
              </a:defRPr>
            </a:pPr>
            <a:r>
              <a:t>- Student records</a:t>
            </a:r>
          </a:p>
          <a:p>
            <a:pPr>
              <a:defRPr sz="2400">
                <a:latin typeface="Times New Roman"/>
              </a:defRPr>
            </a:pPr>
            <a:r>
              <a:t>- Real‑time availability check</a:t>
            </a:r>
          </a:p>
          <a:p>
            <a:pPr>
              <a:defRPr sz="2400">
                <a:latin typeface="Times New Roman"/>
              </a:defRPr>
            </a:pPr>
            <a:r>
              <a:t>- Secure PHP + MySQL backend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latin typeface="Times New Roman"/>
              </a:defRPr>
            </a:pPr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400">
                <a:latin typeface="Times New Roman"/>
              </a:defRPr>
            </a:pPr>
            <a:r>
              <a:t>Frontend: HTML, CSS</a:t>
            </a:r>
          </a:p>
          <a:p>
            <a:pPr>
              <a:defRPr sz="2400">
                <a:latin typeface="Times New Roman"/>
              </a:defRPr>
            </a:pPr>
            <a:r>
              <a:t>Backend: PHP</a:t>
            </a:r>
          </a:p>
          <a:p>
            <a:pPr>
              <a:defRPr sz="2400">
                <a:latin typeface="Times New Roman"/>
              </a:defRPr>
            </a:pPr>
            <a:r>
              <a:t>Database: MySQL</a:t>
            </a:r>
          </a:p>
          <a:p>
            <a:pPr>
              <a:defRPr sz="2400">
                <a:latin typeface="Times New Roman"/>
              </a:defRPr>
            </a:pPr>
            <a:r>
              <a:t>Folder structure: src/, sql/, assets/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latin typeface="Times New Roman"/>
              </a:defRPr>
            </a:pPr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400">
                <a:latin typeface="Times New Roman"/>
              </a:defRPr>
            </a:pPr>
            <a:r>
              <a:t>Main tables:</a:t>
            </a:r>
          </a:p>
          <a:p>
            <a:pPr>
              <a:defRPr sz="2400">
                <a:latin typeface="Times New Roman"/>
              </a:defRPr>
            </a:pPr>
            <a:r>
              <a:t>- users</a:t>
            </a:r>
          </a:p>
          <a:p>
            <a:pPr>
              <a:defRPr sz="2400">
                <a:latin typeface="Times New Roman"/>
              </a:defRPr>
            </a:pPr>
            <a:r>
              <a:t>- books</a:t>
            </a:r>
          </a:p>
          <a:p>
            <a:pPr>
              <a:defRPr sz="2400">
                <a:latin typeface="Times New Roman"/>
              </a:defRPr>
            </a:pPr>
            <a:r>
              <a:t>- issued_books</a:t>
            </a:r>
          </a:p>
          <a:p>
            <a:pPr>
              <a:defRPr sz="2400">
                <a:latin typeface="Times New Roman"/>
              </a:defRPr>
            </a:pPr>
            <a:r>
              <a:t>- login</a:t>
            </a:r>
          </a:p>
          <a:p>
            <a:pPr>
              <a:defRPr sz="2400">
                <a:latin typeface="Times New Roman"/>
              </a:defRPr>
            </a:pPr>
            <a:r>
              <a:t>Fully normalized relational schema.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latin typeface="Times New Roman"/>
              </a:defRPr>
            </a:pPr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400">
                <a:latin typeface="Times New Roman"/>
              </a:defRPr>
            </a:pPr>
            <a:r>
              <a:t>1. Admin logs in</a:t>
            </a:r>
          </a:p>
          <a:p>
            <a:pPr>
              <a:defRPr sz="2400">
                <a:latin typeface="Times New Roman"/>
              </a:defRPr>
            </a:pPr>
            <a:r>
              <a:t>2. Adds/updates books</a:t>
            </a:r>
          </a:p>
          <a:p>
            <a:pPr>
              <a:defRPr sz="2400">
                <a:latin typeface="Times New Roman"/>
              </a:defRPr>
            </a:pPr>
            <a:r>
              <a:t>3. Issues or returns books</a:t>
            </a:r>
          </a:p>
          <a:p>
            <a:pPr>
              <a:defRPr sz="2400">
                <a:latin typeface="Times New Roman"/>
              </a:defRPr>
            </a:pPr>
            <a:r>
              <a:t>4. Database updates automatically</a:t>
            </a:r>
          </a:p>
          <a:p>
            <a:pPr>
              <a:defRPr sz="2400">
                <a:latin typeface="Times New Roman"/>
              </a:defRPr>
            </a:pPr>
            <a:r>
              <a:t>5. Students view availability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latin typeface="Times New Roman"/>
              </a:defRPr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400">
                <a:latin typeface="Times New Roman"/>
              </a:defRPr>
            </a:pPr>
            <a:r>
              <a:t>- PHP (logic)</a:t>
            </a:r>
          </a:p>
          <a:p>
            <a:pPr>
              <a:defRPr sz="2400">
                <a:latin typeface="Times New Roman"/>
              </a:defRPr>
            </a:pPr>
            <a:r>
              <a:t>- MySQL (database)</a:t>
            </a:r>
          </a:p>
          <a:p>
            <a:pPr>
              <a:defRPr sz="2400">
                <a:latin typeface="Times New Roman"/>
              </a:defRPr>
            </a:pPr>
            <a:r>
              <a:t>- HTML/CSS (UI)</a:t>
            </a:r>
          </a:p>
          <a:p>
            <a:pPr>
              <a:defRPr sz="2400">
                <a:latin typeface="Times New Roman"/>
              </a:defRPr>
            </a:pPr>
            <a:r>
              <a:t>- XAMPP/WAMP (server)</a:t>
            </a:r>
          </a:p>
          <a:p>
            <a:pPr>
              <a:defRPr sz="2400">
                <a:latin typeface="Times New Roman"/>
              </a:defRPr>
            </a:pPr>
            <a:r>
              <a:t>- GitHub (version control)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latin typeface="Times New Roman"/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400">
                <a:latin typeface="Times New Roman"/>
              </a:defRPr>
            </a:pPr>
            <a:r>
              <a:t>An efficient, smart, and scalable library automation system.</a:t>
            </a:r>
          </a:p>
          <a:p>
            <a:pPr>
              <a:defRPr sz="2400">
                <a:latin typeface="Times New Roman"/>
              </a:defRPr>
            </a:pPr>
            <a:r>
              <a:t>Enhances productivity and accuracy.</a:t>
            </a:r>
          </a:p>
          <a:p>
            <a:pPr>
              <a:defRPr sz="2400">
                <a:latin typeface="Times New Roman"/>
              </a:defRPr>
            </a:pPr>
            <a:r>
              <a:t>Ideal for modern institutions.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227</Words>
  <Application>Microsoft Office PowerPoint</Application>
  <PresentationFormat>On-screen Show (4:3)</PresentationFormat>
  <Paragraphs>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Intelligent Library Book Tracking System</vt:lpstr>
      <vt:lpstr>Project Overview</vt:lpstr>
      <vt:lpstr>Problem Statement</vt:lpstr>
      <vt:lpstr>Objectives</vt:lpstr>
      <vt:lpstr>System Features</vt:lpstr>
      <vt:lpstr>Architecture</vt:lpstr>
      <vt:lpstr>Database Design</vt:lpstr>
      <vt:lpstr>Workflow</vt:lpstr>
      <vt:lpstr>Technology Stack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Srija</dc:creator>
  <cp:keywords/>
  <dc:description>generated using python-pptx</dc:description>
  <cp:lastModifiedBy>K Srija</cp:lastModifiedBy>
  <cp:revision>2</cp:revision>
  <dcterms:created xsi:type="dcterms:W3CDTF">2013-01-27T09:14:16Z</dcterms:created>
  <dcterms:modified xsi:type="dcterms:W3CDTF">2025-12-11T15:41:29Z</dcterms:modified>
  <cp:category/>
</cp:coreProperties>
</file>